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embeddedFontLst>
    <p:embeddedFont>
      <p:font typeface="Inter"/>
      <p:regular r:id="rId4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xmlns="" Id="rId49" Type="http://schemas.openxmlformats.org/officeDocument/2006/relationships/font" Target="fonts/rId49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image" Target="../media/image-42-7.png"/><Relationship Id="rId8" Type="http://schemas.openxmlformats.org/officeDocument/2006/relationships/image" Target="../media/image-42-8.png"/><Relationship Id="rId9" Type="http://schemas.openxmlformats.org/officeDocument/2006/relationships/image" Target="../media/image-42-9.png"/><Relationship Id="rId10" Type="http://schemas.openxmlformats.org/officeDocument/2006/relationships/image" Target="../media/image-42-10.png"/><Relationship Id="rId11" Type="http://schemas.openxmlformats.org/officeDocument/2006/relationships/image" Target="../media/image-4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2407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Deck Title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786063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just the beginning of something big.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00288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34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2407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786063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description about the section.</a:t>
            </a:r>
            <a:endParaRPr lang="en-US" sz="12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45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714500" y="2124075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1714500" y="2786063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description about the section.</a:t>
            </a:r>
            <a:endParaRPr lang="en-US" sz="12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605213"/>
            <a:ext cx="5715000" cy="9286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3605213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description about the section.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609600" y="3986213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Title</a:t>
            </a:r>
            <a:endParaRPr lang="en-US" sz="3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30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20955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slide to highlight a single, important thing. To keep it short and sweet, you might link away to relevant doc or file.</a:t>
            </a:r>
            <a:endParaRPr lang="en-US" sz="12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list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609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30016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thing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4610100" y="160496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610100" y="2262188"/>
            <a:ext cx="3238500" cy="609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610100" y="226218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thing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4610100" y="2566988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4610100" y="3224213"/>
            <a:ext cx="3238500" cy="6096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610100" y="3224213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thing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610100" y="3529013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you’ve got a bunch, add another row, or use multiple copies of this slide. </a:t>
            </a:r>
            <a:endParaRPr lang="en-US" sz="85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3638"/>
            <a:ext cx="2286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columns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3390900" y="1724025"/>
            <a:ext cx="2324100" cy="609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3909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thing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3390900" y="202882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3390900" y="2800350"/>
            <a:ext cx="2324100" cy="609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909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thing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390900" y="310515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6210300" y="1724025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2103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thing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210300" y="202882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6210300" y="2800350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2103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Fourth thing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6210300" y="310515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you’ve got a bunch, add another row, or use multiple copies of this slide. </a:t>
            </a:r>
            <a:endParaRPr lang="en-US" sz="85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list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4838" y="2119313"/>
            <a:ext cx="2439987" cy="890588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4838" y="2119313"/>
            <a:ext cx="2439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thing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4838" y="2424113"/>
            <a:ext cx="2439987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3349628" y="2119313"/>
            <a:ext cx="2439988" cy="69532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49628" y="2119313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thing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349628" y="2424113"/>
            <a:ext cx="243998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1069" dirty="0"/>
          </a:p>
        </p:txBody>
      </p:sp>
      <p:sp>
        <p:nvSpPr>
          <p:cNvPr id="9" name="Shape 7"/>
          <p:cNvSpPr/>
          <p:nvPr/>
        </p:nvSpPr>
        <p:spPr>
          <a:xfrm>
            <a:off x="6094409" y="2119313"/>
            <a:ext cx="2439988" cy="890588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094409" y="2119313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thing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094409" y="2424113"/>
            <a:ext cx="2439988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you’ve got a bunch, add another row, or use multiple copies of this slide. </a:t>
            </a:r>
            <a:endParaRPr lang="en-US" sz="10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list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2190750"/>
            <a:ext cx="1751409" cy="7620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9600" y="2190750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thing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2495550"/>
            <a:ext cx="1751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2665809" y="2185988"/>
            <a:ext cx="1751409" cy="7620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665809" y="2185988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thing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2665809" y="2490788"/>
            <a:ext cx="1751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4722019" y="2185988"/>
            <a:ext cx="1751409" cy="7620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722019" y="2185988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thing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722019" y="2490788"/>
            <a:ext cx="1751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you’ve got a bunch, add another row, or use multiple copies of this slide. 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6778228" y="2185988"/>
            <a:ext cx="1751409" cy="762000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778228" y="2185988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Fourth thing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6778228" y="2490788"/>
            <a:ext cx="1751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85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1304925"/>
            <a:ext cx="2438400" cy="3228975"/>
          </a:xfrm>
          <a:prstGeom prst="roundRect">
            <a:avLst>
              <a:gd name="adj" fmla="val 6000"/>
            </a:avLst>
          </a:prstGeom>
          <a:solidFill>
            <a:srgbClr val="CFCFCF"/>
          </a:solidFill>
          <a:ln/>
        </p:spPr>
      </p:sp>
      <p:sp>
        <p:nvSpPr>
          <p:cNvPr id="4" name="Text 2"/>
          <p:cNvSpPr/>
          <p:nvPr/>
        </p:nvSpPr>
        <p:spPr>
          <a:xfrm>
            <a:off x="838200" y="1495425"/>
            <a:ext cx="2008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1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838200" y="3714750"/>
            <a:ext cx="20081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what we believe.</a:t>
            </a:r>
            <a:endParaRPr lang="en-US" sz="1710" dirty="0"/>
          </a:p>
        </p:txBody>
      </p:sp>
      <p:sp>
        <p:nvSpPr>
          <p:cNvPr id="6" name="Shape 4"/>
          <p:cNvSpPr/>
          <p:nvPr/>
        </p:nvSpPr>
        <p:spPr>
          <a:xfrm>
            <a:off x="3352800" y="1304925"/>
            <a:ext cx="2438400" cy="3228975"/>
          </a:xfrm>
          <a:prstGeom prst="roundRect">
            <a:avLst>
              <a:gd name="adj" fmla="val 6000"/>
            </a:avLst>
          </a:prstGeom>
          <a:solidFill>
            <a:srgbClr val="CFCFCF"/>
          </a:solidFill>
          <a:ln/>
        </p:spPr>
      </p:sp>
      <p:sp>
        <p:nvSpPr>
          <p:cNvPr id="7" name="Text 5"/>
          <p:cNvSpPr/>
          <p:nvPr/>
        </p:nvSpPr>
        <p:spPr>
          <a:xfrm>
            <a:off x="3581400" y="1495425"/>
            <a:ext cx="2008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2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581400" y="3714750"/>
            <a:ext cx="20081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It’s how we make decisions.</a:t>
            </a:r>
            <a:endParaRPr lang="en-US" sz="1710" dirty="0"/>
          </a:p>
        </p:txBody>
      </p:sp>
      <p:sp>
        <p:nvSpPr>
          <p:cNvPr id="9" name="Shape 7"/>
          <p:cNvSpPr/>
          <p:nvPr/>
        </p:nvSpPr>
        <p:spPr>
          <a:xfrm>
            <a:off x="6096000" y="1304925"/>
            <a:ext cx="2438400" cy="3228975"/>
          </a:xfrm>
          <a:prstGeom prst="roundRect">
            <a:avLst>
              <a:gd name="adj" fmla="val 6000"/>
            </a:avLst>
          </a:prstGeom>
          <a:solidFill>
            <a:srgbClr val="CFCFCF"/>
          </a:solidFill>
          <a:ln/>
        </p:spPr>
      </p:sp>
      <p:sp>
        <p:nvSpPr>
          <p:cNvPr id="10" name="Text 8"/>
          <p:cNvSpPr/>
          <p:nvPr/>
        </p:nvSpPr>
        <p:spPr>
          <a:xfrm>
            <a:off x="6324600" y="1495425"/>
            <a:ext cx="20081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 3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324600" y="3714750"/>
            <a:ext cx="20081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what we aim to achieve.</a:t>
            </a:r>
            <a:endParaRPr lang="en-US" sz="17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81225"/>
            <a:ext cx="3238500" cy="7810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181225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571750"/>
            <a:ext cx="323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43375"/>
            <a:ext cx="33813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 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68580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</a:t>
            </a:r>
            <a:endParaRPr lang="en-US" sz="213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43375"/>
            <a:ext cx="33813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 </a:t>
            </a:r>
            <a:endParaRPr lang="en-US" sz="1069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0"/>
            <a:ext cx="45339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609600"/>
            <a:ext cx="3381375" cy="68580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609600" y="6096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</a:t>
            </a:r>
            <a:endParaRPr lang="en-US" sz="1283" dirty="0"/>
          </a:p>
        </p:txBody>
      </p:sp>
      <p:sp>
        <p:nvSpPr>
          <p:cNvPr id="6" name="Text 3"/>
          <p:cNvSpPr/>
          <p:nvPr/>
        </p:nvSpPr>
        <p:spPr>
          <a:xfrm>
            <a:off x="609600" y="952500"/>
            <a:ext cx="3381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</a:t>
            </a:r>
            <a:endParaRPr lang="en-US" sz="213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432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52688" y="45339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caption</a:t>
            </a:r>
            <a:endParaRPr lang="en-US" sz="12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309688"/>
            <a:ext cx="3810000" cy="21526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4400" y="1309688"/>
            <a:ext cx="3810000" cy="21526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with description</a:t>
            </a:r>
            <a:endParaRPr lang="en-US" sz="1710" dirty="0"/>
          </a:p>
        </p:txBody>
      </p:sp>
      <p:sp>
        <p:nvSpPr>
          <p:cNvPr id="5" name="Shape 1"/>
          <p:cNvSpPr/>
          <p:nvPr/>
        </p:nvSpPr>
        <p:spPr>
          <a:xfrm>
            <a:off x="609600" y="3652838"/>
            <a:ext cx="3810000" cy="609600"/>
          </a:xfrm>
          <a:prstGeom prst="rect">
            <a:avLst/>
          </a:prstGeom>
          <a:noFill/>
          <a:ln/>
        </p:spPr>
      </p:sp>
      <p:sp>
        <p:nvSpPr>
          <p:cNvPr id="6" name="Text 2"/>
          <p:cNvSpPr/>
          <p:nvPr/>
        </p:nvSpPr>
        <p:spPr>
          <a:xfrm>
            <a:off x="609600" y="3652838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thing</a:t>
            </a:r>
            <a:endParaRPr lang="en-US" sz="1283" dirty="0"/>
          </a:p>
        </p:txBody>
      </p:sp>
      <p:sp>
        <p:nvSpPr>
          <p:cNvPr id="7" name="Text 3"/>
          <p:cNvSpPr/>
          <p:nvPr/>
        </p:nvSpPr>
        <p:spPr>
          <a:xfrm>
            <a:off x="609600" y="3957638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</a:t>
            </a:r>
            <a:endParaRPr lang="en-US" sz="855" dirty="0"/>
          </a:p>
        </p:txBody>
      </p:sp>
      <p:sp>
        <p:nvSpPr>
          <p:cNvPr id="8" name="Shape 4"/>
          <p:cNvSpPr/>
          <p:nvPr/>
        </p:nvSpPr>
        <p:spPr>
          <a:xfrm>
            <a:off x="4724400" y="3652838"/>
            <a:ext cx="3810000" cy="457200"/>
          </a:xfrm>
          <a:prstGeom prst="rect">
            <a:avLst/>
          </a:prstGeom>
          <a:noFill/>
          <a:ln/>
        </p:spPr>
      </p:sp>
      <p:sp>
        <p:nvSpPr>
          <p:cNvPr id="9" name="Text 5"/>
          <p:cNvSpPr/>
          <p:nvPr/>
        </p:nvSpPr>
        <p:spPr>
          <a:xfrm>
            <a:off x="4724400" y="3652838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thing</a:t>
            </a:r>
            <a:endParaRPr lang="en-US" sz="1283" dirty="0"/>
          </a:p>
        </p:txBody>
      </p:sp>
      <p:sp>
        <p:nvSpPr>
          <p:cNvPr id="10" name="Text 6"/>
          <p:cNvSpPr/>
          <p:nvPr/>
        </p:nvSpPr>
        <p:spPr>
          <a:xfrm>
            <a:off x="4724400" y="3957638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85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309688"/>
            <a:ext cx="2438400" cy="21526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52800" y="1309688"/>
            <a:ext cx="2438400" cy="21526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0" y="1309688"/>
            <a:ext cx="2438400" cy="21526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with description</a:t>
            </a:r>
            <a:endParaRPr lang="en-US" sz="1710" dirty="0"/>
          </a:p>
        </p:txBody>
      </p:sp>
      <p:sp>
        <p:nvSpPr>
          <p:cNvPr id="6" name="Shape 1"/>
          <p:cNvSpPr/>
          <p:nvPr/>
        </p:nvSpPr>
        <p:spPr>
          <a:xfrm>
            <a:off x="609600" y="3652838"/>
            <a:ext cx="2439987" cy="609600"/>
          </a:xfrm>
          <a:prstGeom prst="rect">
            <a:avLst/>
          </a:prstGeom>
          <a:noFill/>
          <a:ln/>
        </p:spPr>
      </p:sp>
      <p:sp>
        <p:nvSpPr>
          <p:cNvPr id="7" name="Text 2"/>
          <p:cNvSpPr/>
          <p:nvPr/>
        </p:nvSpPr>
        <p:spPr>
          <a:xfrm>
            <a:off x="609600" y="3652838"/>
            <a:ext cx="2439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thing</a:t>
            </a:r>
            <a:endParaRPr lang="en-US" sz="1283" dirty="0"/>
          </a:p>
        </p:txBody>
      </p:sp>
      <p:sp>
        <p:nvSpPr>
          <p:cNvPr id="8" name="Text 3"/>
          <p:cNvSpPr/>
          <p:nvPr/>
        </p:nvSpPr>
        <p:spPr>
          <a:xfrm>
            <a:off x="609600" y="3957638"/>
            <a:ext cx="24399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</a:t>
            </a:r>
            <a:endParaRPr lang="en-US" sz="855" dirty="0"/>
          </a:p>
        </p:txBody>
      </p:sp>
      <p:sp>
        <p:nvSpPr>
          <p:cNvPr id="9" name="Shape 4"/>
          <p:cNvSpPr/>
          <p:nvPr/>
        </p:nvSpPr>
        <p:spPr>
          <a:xfrm>
            <a:off x="3354381" y="3652838"/>
            <a:ext cx="2439988" cy="609600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3354381" y="3652838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thing</a:t>
            </a:r>
            <a:endParaRPr lang="en-US" sz="1283" dirty="0"/>
          </a:p>
        </p:txBody>
      </p:sp>
      <p:sp>
        <p:nvSpPr>
          <p:cNvPr id="11" name="Text 6"/>
          <p:cNvSpPr/>
          <p:nvPr/>
        </p:nvSpPr>
        <p:spPr>
          <a:xfrm>
            <a:off x="3354381" y="3957638"/>
            <a:ext cx="2439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855" dirty="0"/>
          </a:p>
        </p:txBody>
      </p:sp>
      <p:sp>
        <p:nvSpPr>
          <p:cNvPr id="12" name="Shape 7"/>
          <p:cNvSpPr/>
          <p:nvPr/>
        </p:nvSpPr>
        <p:spPr>
          <a:xfrm>
            <a:off x="6099181" y="3652838"/>
            <a:ext cx="2439988" cy="609600"/>
          </a:xfrm>
          <a:prstGeom prst="rect">
            <a:avLst/>
          </a:prstGeom>
          <a:noFill/>
          <a:ln/>
        </p:spPr>
      </p:sp>
      <p:sp>
        <p:nvSpPr>
          <p:cNvPr id="13" name="Text 8"/>
          <p:cNvSpPr/>
          <p:nvPr/>
        </p:nvSpPr>
        <p:spPr>
          <a:xfrm>
            <a:off x="6099181" y="3652838"/>
            <a:ext cx="243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thing</a:t>
            </a:r>
            <a:endParaRPr lang="en-US" sz="1283" dirty="0"/>
          </a:p>
        </p:txBody>
      </p:sp>
      <p:sp>
        <p:nvSpPr>
          <p:cNvPr id="14" name="Text 9"/>
          <p:cNvSpPr/>
          <p:nvPr/>
        </p:nvSpPr>
        <p:spPr>
          <a:xfrm>
            <a:off x="6099181" y="3957638"/>
            <a:ext cx="2439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you’ve got a bunch, add another row, or use multiple copies of this slide. </a:t>
            </a:r>
            <a:endParaRPr lang="en-US" sz="85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66900"/>
            <a:ext cx="4676775" cy="14049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866900"/>
            <a:ext cx="467677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XX%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528888"/>
            <a:ext cx="46767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a key metric—like a goal, objective, or insight—that supports the narrative of your deck.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3119438"/>
            <a:ext cx="4676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link to a relevant doc or dashboard.</a:t>
            </a:r>
            <a:endParaRPr lang="en-US" sz="85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24113"/>
            <a:ext cx="2762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5543550" y="1547813"/>
            <a:ext cx="2990850" cy="4191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543550" y="1547813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1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5543550" y="1814513"/>
            <a:ext cx="2990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description or highlight changes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5543550" y="2357438"/>
            <a:ext cx="2990850" cy="4191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5543550" y="2357438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2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5543550" y="2624138"/>
            <a:ext cx="2990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description or highlight changes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5543550" y="3167063"/>
            <a:ext cx="2990850" cy="4191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543550" y="3167063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3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5543550" y="3433763"/>
            <a:ext cx="2990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description or highlight changes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4610100" y="1547813"/>
            <a:ext cx="819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XX%</a:t>
            </a:r>
            <a:endParaRPr lang="en-US" sz="2138" dirty="0"/>
          </a:p>
        </p:txBody>
      </p:sp>
      <p:sp>
        <p:nvSpPr>
          <p:cNvPr id="13" name="Text 11"/>
          <p:cNvSpPr/>
          <p:nvPr/>
        </p:nvSpPr>
        <p:spPr>
          <a:xfrm>
            <a:off x="4610100" y="2357438"/>
            <a:ext cx="819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XX%</a:t>
            </a:r>
            <a:endParaRPr lang="en-US" sz="2138" dirty="0"/>
          </a:p>
        </p:txBody>
      </p:sp>
      <p:sp>
        <p:nvSpPr>
          <p:cNvPr id="14" name="Text 12"/>
          <p:cNvSpPr/>
          <p:nvPr/>
        </p:nvSpPr>
        <p:spPr>
          <a:xfrm>
            <a:off x="4610100" y="3167063"/>
            <a:ext cx="819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XX%</a:t>
            </a:r>
            <a:endParaRPr lang="en-US" sz="2138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column metric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595313" y="2024062"/>
            <a:ext cx="2443163" cy="1004887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595313" y="2024062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XX%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95313" y="2443163"/>
            <a:ext cx="244316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quick description of each thing, with enough context to understand what’s up.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3343275" y="2024062"/>
            <a:ext cx="2443163" cy="1004887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43275" y="2024062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XX%</a:t>
            </a:r>
            <a:endParaRPr lang="en-US" sz="2138" dirty="0"/>
          </a:p>
        </p:txBody>
      </p:sp>
      <p:sp>
        <p:nvSpPr>
          <p:cNvPr id="8" name="Text 6"/>
          <p:cNvSpPr/>
          <p:nvPr/>
        </p:nvSpPr>
        <p:spPr>
          <a:xfrm>
            <a:off x="3343275" y="2443163"/>
            <a:ext cx="244316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you’ve got a bunch, add another row, or use multiple copies of this slide. </a:t>
            </a:r>
            <a:endParaRPr lang="en-US" sz="1069" dirty="0"/>
          </a:p>
        </p:txBody>
      </p:sp>
      <p:sp>
        <p:nvSpPr>
          <p:cNvPr id="9" name="Shape 7"/>
          <p:cNvSpPr/>
          <p:nvPr/>
        </p:nvSpPr>
        <p:spPr>
          <a:xfrm>
            <a:off x="6091238" y="2024062"/>
            <a:ext cx="2443163" cy="809625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091238" y="2024062"/>
            <a:ext cx="2443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XX%</a:t>
            </a:r>
            <a:endParaRPr lang="en-US" sz="2138" dirty="0"/>
          </a:p>
        </p:txBody>
      </p:sp>
      <p:sp>
        <p:nvSpPr>
          <p:cNvPr id="11" name="Text 9"/>
          <p:cNvSpPr/>
          <p:nvPr/>
        </p:nvSpPr>
        <p:spPr>
          <a:xfrm>
            <a:off x="6091238" y="2443163"/>
            <a:ext cx="244316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‘em short and sweet, so they’re easy to scan and remember. </a:t>
            </a:r>
            <a:endParaRPr lang="en-US" sz="1069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83594"/>
            <a:ext cx="2762250" cy="9763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083594"/>
            <a:ext cx="27622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474119"/>
            <a:ext cx="2762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Descption about the data beside. Lorem ipsum dolor sit amet, consectetur adipiscing.</a:t>
            </a:r>
            <a:endParaRPr lang="en-US" sz="1069" dirty="0"/>
          </a:p>
        </p:txBody>
      </p:sp>
      <p:sp>
        <p:nvSpPr>
          <p:cNvPr id="5" name="Shape 3"/>
          <p:cNvSpPr/>
          <p:nvPr/>
        </p:nvSpPr>
        <p:spPr>
          <a:xfrm>
            <a:off x="4476750" y="1519238"/>
            <a:ext cx="1838325" cy="785813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476750" y="1519238"/>
            <a:ext cx="183832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61%</a:t>
            </a:r>
            <a:endParaRPr lang="en-US" sz="3420" dirty="0"/>
          </a:p>
        </p:txBody>
      </p:sp>
      <p:sp>
        <p:nvSpPr>
          <p:cNvPr id="7" name="Text 5"/>
          <p:cNvSpPr/>
          <p:nvPr/>
        </p:nvSpPr>
        <p:spPr>
          <a:xfrm>
            <a:off x="4476750" y="2066925"/>
            <a:ext cx="1838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1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4476750" y="2781300"/>
            <a:ext cx="1838325" cy="823913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4476750" y="2781300"/>
            <a:ext cx="183832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55%</a:t>
            </a:r>
            <a:endParaRPr lang="en-US" sz="3420" dirty="0"/>
          </a:p>
        </p:txBody>
      </p:sp>
      <p:sp>
        <p:nvSpPr>
          <p:cNvPr id="10" name="Text 8"/>
          <p:cNvSpPr/>
          <p:nvPr/>
        </p:nvSpPr>
        <p:spPr>
          <a:xfrm>
            <a:off x="4476750" y="3367088"/>
            <a:ext cx="1838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3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6696075" y="1519238"/>
            <a:ext cx="1838325" cy="785813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696075" y="1519238"/>
            <a:ext cx="183832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56%</a:t>
            </a:r>
            <a:endParaRPr lang="en-US" sz="3420" dirty="0"/>
          </a:p>
        </p:txBody>
      </p:sp>
      <p:sp>
        <p:nvSpPr>
          <p:cNvPr id="13" name="Text 11"/>
          <p:cNvSpPr/>
          <p:nvPr/>
        </p:nvSpPr>
        <p:spPr>
          <a:xfrm>
            <a:off x="6696075" y="2066925"/>
            <a:ext cx="1838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2</a:t>
            </a:r>
            <a:endParaRPr lang="en-US" sz="1283" dirty="0"/>
          </a:p>
        </p:txBody>
      </p:sp>
      <p:sp>
        <p:nvSpPr>
          <p:cNvPr id="14" name="Shape 12"/>
          <p:cNvSpPr/>
          <p:nvPr/>
        </p:nvSpPr>
        <p:spPr>
          <a:xfrm>
            <a:off x="6696075" y="2781300"/>
            <a:ext cx="1838325" cy="823913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6696075" y="2781300"/>
            <a:ext cx="183832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48%</a:t>
            </a:r>
            <a:endParaRPr lang="en-US" sz="3420" dirty="0"/>
          </a:p>
        </p:txBody>
      </p:sp>
      <p:sp>
        <p:nvSpPr>
          <p:cNvPr id="16" name="Text 14"/>
          <p:cNvSpPr/>
          <p:nvPr/>
        </p:nvSpPr>
        <p:spPr>
          <a:xfrm>
            <a:off x="6696075" y="3367088"/>
            <a:ext cx="18383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 4</a:t>
            </a:r>
            <a:endParaRPr lang="en-US" sz="128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0" y="1452563"/>
            <a:ext cx="1600200" cy="11811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190750" y="145256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2025</a:t>
            </a:r>
            <a:endParaRPr lang="en-US" sz="1033" dirty="0"/>
          </a:p>
        </p:txBody>
      </p:sp>
      <p:sp>
        <p:nvSpPr>
          <p:cNvPr id="4" name="Text 2"/>
          <p:cNvSpPr/>
          <p:nvPr/>
        </p:nvSpPr>
        <p:spPr>
          <a:xfrm>
            <a:off x="2190750" y="1700213"/>
            <a:ext cx="1600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paragraph space to say a bit more about each one—specific goals, definitions, etc.</a:t>
            </a:r>
            <a:endParaRPr lang="en-US" sz="85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0750" y="2366963"/>
            <a:ext cx="9525" cy="2762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53050" y="1604963"/>
            <a:ext cx="1600200" cy="1028700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5353050" y="160496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2025</a:t>
            </a:r>
            <a:endParaRPr lang="en-US" sz="1033" dirty="0"/>
          </a:p>
        </p:txBody>
      </p:sp>
      <p:sp>
        <p:nvSpPr>
          <p:cNvPr id="8" name="Text 5"/>
          <p:cNvSpPr/>
          <p:nvPr/>
        </p:nvSpPr>
        <p:spPr>
          <a:xfrm>
            <a:off x="5353050" y="18526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only have a few milestones, just chop what you don’t need. </a:t>
            </a:r>
            <a:endParaRPr lang="en-US" sz="85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53050" y="2366963"/>
            <a:ext cx="9525" cy="2762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71900" y="2633663"/>
            <a:ext cx="1600200" cy="1333500"/>
          </a:xfrm>
          <a:prstGeom prst="rect">
            <a:avLst/>
          </a:prstGeom>
          <a:noFill/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71900" y="2633663"/>
            <a:ext cx="9525" cy="2762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719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2025</a:t>
            </a:r>
            <a:endParaRPr lang="en-US" sz="1033" dirty="0"/>
          </a:p>
        </p:txBody>
      </p:sp>
      <p:sp>
        <p:nvSpPr>
          <p:cNvPr id="13" name="Text 8"/>
          <p:cNvSpPr/>
          <p:nvPr/>
        </p:nvSpPr>
        <p:spPr>
          <a:xfrm>
            <a:off x="3771900" y="3205163"/>
            <a:ext cx="1600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need to squeeze in more than five milestones, you can duplicate and move around these text blocks as needed.</a:t>
            </a:r>
            <a:endParaRPr lang="en-US" sz="855" dirty="0"/>
          </a:p>
        </p:txBody>
      </p:sp>
      <p:sp>
        <p:nvSpPr>
          <p:cNvPr id="14" name="Shape 9"/>
          <p:cNvSpPr/>
          <p:nvPr/>
        </p:nvSpPr>
        <p:spPr>
          <a:xfrm>
            <a:off x="6934200" y="2633663"/>
            <a:ext cx="1600200" cy="876300"/>
          </a:xfrm>
          <a:prstGeom prst="rect">
            <a:avLst/>
          </a:prstGeom>
          <a:noFill/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34200" y="2633663"/>
            <a:ext cx="9525" cy="2762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342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2024</a:t>
            </a:r>
            <a:endParaRPr lang="en-US" sz="1033" dirty="0"/>
          </a:p>
        </p:txBody>
      </p:sp>
      <p:sp>
        <p:nvSpPr>
          <p:cNvPr id="17" name="Text 11"/>
          <p:cNvSpPr/>
          <p:nvPr/>
        </p:nvSpPr>
        <p:spPr>
          <a:xfrm>
            <a:off x="6934200" y="3205163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ran out of stuff to write here—you get the idea.</a:t>
            </a:r>
            <a:endParaRPr lang="en-US" sz="855" dirty="0"/>
          </a:p>
        </p:txBody>
      </p:sp>
      <p:sp>
        <p:nvSpPr>
          <p:cNvPr id="18" name="Shape 12"/>
          <p:cNvSpPr/>
          <p:nvPr/>
        </p:nvSpPr>
        <p:spPr>
          <a:xfrm>
            <a:off x="609600" y="2633663"/>
            <a:ext cx="1600200" cy="1028700"/>
          </a:xfrm>
          <a:prstGeom prst="rect">
            <a:avLst/>
          </a:prstGeom>
          <a:noFill/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9600" y="2633663"/>
            <a:ext cx="9525" cy="2762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96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2024</a:t>
            </a:r>
            <a:endParaRPr lang="en-US" sz="1033" dirty="0"/>
          </a:p>
        </p:txBody>
      </p:sp>
      <p:sp>
        <p:nvSpPr>
          <p:cNvPr id="21" name="Text 14"/>
          <p:cNvSpPr/>
          <p:nvPr/>
        </p:nvSpPr>
        <p:spPr>
          <a:xfrm>
            <a:off x="609600" y="3205163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slide is for mapping out important dates, checkpoints, or other sequential bits. </a:t>
            </a:r>
            <a:endParaRPr lang="en-US" sz="855" dirty="0"/>
          </a:p>
        </p:txBody>
      </p:sp>
      <p:sp>
        <p:nvSpPr>
          <p:cNvPr id="22" name="Text 15"/>
          <p:cNvSpPr/>
          <p:nvPr/>
        </p:nvSpPr>
        <p:spPr>
          <a:xfrm>
            <a:off x="609600" y="609600"/>
            <a:ext cx="792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1283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4363" y="2633662"/>
            <a:ext cx="7939087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14900" y="762000"/>
            <a:ext cx="3619500" cy="36195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4914900" y="762000"/>
            <a:ext cx="3619500" cy="3619500"/>
          </a:xfrm>
          <a:prstGeom prst="roundRect">
            <a:avLst>
              <a:gd name="adj" fmla="val 2989416"/>
            </a:avLst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8363" y="3967163"/>
            <a:ext cx="155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5248275" y="762000"/>
            <a:ext cx="2952750" cy="2952750"/>
          </a:xfrm>
          <a:prstGeom prst="roundRect">
            <a:avLst>
              <a:gd name="adj" fmla="val 3664446"/>
            </a:avLst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29300" y="3238500"/>
            <a:ext cx="1790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</a:t>
            </a:r>
            <a:endParaRPr lang="en-US" sz="855" dirty="0"/>
          </a:p>
        </p:txBody>
      </p:sp>
      <p:sp>
        <p:nvSpPr>
          <p:cNvPr id="7" name="Shape 5"/>
          <p:cNvSpPr/>
          <p:nvPr/>
        </p:nvSpPr>
        <p:spPr>
          <a:xfrm>
            <a:off x="5629275" y="762000"/>
            <a:ext cx="2190750" cy="2190750"/>
          </a:xfrm>
          <a:prstGeom prst="roundRect">
            <a:avLst>
              <a:gd name="adj" fmla="val 4939035"/>
            </a:avLst>
          </a:prstGeom>
          <a:noFill/>
          <a:ln w="18097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19800" y="2424113"/>
            <a:ext cx="140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6010275" y="762000"/>
            <a:ext cx="1428750" cy="1428750"/>
          </a:xfrm>
          <a:prstGeom prst="roundRect">
            <a:avLst>
              <a:gd name="adj" fmla="val 7573120"/>
            </a:avLst>
          </a:prstGeom>
          <a:solidFill>
            <a:srgbClr val="CFCFCF"/>
          </a:solidFill>
          <a:ln w="18097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1238" y="1362075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609600" y="2178844"/>
            <a:ext cx="2857500" cy="78105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09600" y="2178844"/>
            <a:ext cx="2857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Overlaps</a:t>
            </a:r>
            <a:endParaRPr lang="en-US" sz="1710" dirty="0"/>
          </a:p>
        </p:txBody>
      </p:sp>
      <p:sp>
        <p:nvSpPr>
          <p:cNvPr id="13" name="Text 11"/>
          <p:cNvSpPr/>
          <p:nvPr/>
        </p:nvSpPr>
        <p:spPr>
          <a:xfrm>
            <a:off x="609600" y="2569369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how a few nested concepts relate to one another.</a:t>
            </a:r>
            <a:endParaRPr lang="en-US" sz="1069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72213" y="457200"/>
            <a:ext cx="295275" cy="423386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272213" y="457200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19850" y="685800"/>
            <a:ext cx="19050" cy="37957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72213" y="4538663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sp>
        <p:nvSpPr>
          <p:cNvPr id="6" name="Shape 3"/>
          <p:cNvSpPr/>
          <p:nvPr/>
        </p:nvSpPr>
        <p:spPr>
          <a:xfrm>
            <a:off x="4305300" y="2495550"/>
            <a:ext cx="4229100" cy="152400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4305300" y="2495550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76775" y="2571750"/>
            <a:ext cx="3505200" cy="1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39125" y="2495550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sp>
        <p:nvSpPr>
          <p:cNvPr id="10" name="Shape 6"/>
          <p:cNvSpPr/>
          <p:nvPr/>
        </p:nvSpPr>
        <p:spPr>
          <a:xfrm>
            <a:off x="609600" y="2178844"/>
            <a:ext cx="2857500" cy="781050"/>
          </a:xfrm>
          <a:prstGeom prst="rect">
            <a:avLst/>
          </a:prstGeom>
          <a:noFill/>
          <a:ln/>
        </p:spPr>
      </p:sp>
      <p:sp>
        <p:nvSpPr>
          <p:cNvPr id="11" name="Text 7"/>
          <p:cNvSpPr/>
          <p:nvPr/>
        </p:nvSpPr>
        <p:spPr>
          <a:xfrm>
            <a:off x="609600" y="2178844"/>
            <a:ext cx="2857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x 2 Matrix</a:t>
            </a:r>
            <a:endParaRPr lang="en-US" sz="1710" dirty="0"/>
          </a:p>
        </p:txBody>
      </p:sp>
      <p:sp>
        <p:nvSpPr>
          <p:cNvPr id="12" name="Text 8"/>
          <p:cNvSpPr/>
          <p:nvPr/>
        </p:nvSpPr>
        <p:spPr>
          <a:xfrm>
            <a:off x="609600" y="2569369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where a few concepts live on 2 different scales.</a:t>
            </a:r>
            <a:endParaRPr lang="en-US" sz="1069" dirty="0"/>
          </a:p>
        </p:txBody>
      </p:sp>
      <p:sp>
        <p:nvSpPr>
          <p:cNvPr id="13" name="Text 9"/>
          <p:cNvSpPr/>
          <p:nvPr/>
        </p:nvSpPr>
        <p:spPr>
          <a:xfrm>
            <a:off x="5019675" y="1285875"/>
            <a:ext cx="714375" cy="714375"/>
          </a:xfrm>
          <a:prstGeom prst="ellips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Label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019675" y="2914650"/>
            <a:ext cx="714375" cy="714375"/>
          </a:xfrm>
          <a:prstGeom prst="ellips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Label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834188" y="1400175"/>
            <a:ext cx="485775" cy="485775"/>
          </a:xfrm>
          <a:prstGeom prst="ellips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Label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834188" y="2914650"/>
            <a:ext cx="714375" cy="714375"/>
          </a:xfrm>
          <a:prstGeom prst="ellips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Label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24363" y="457200"/>
            <a:ext cx="295275" cy="42243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424363" y="457200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685800"/>
            <a:ext cx="19050" cy="37861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24363" y="4529138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sp>
        <p:nvSpPr>
          <p:cNvPr id="6" name="Shape 3"/>
          <p:cNvSpPr/>
          <p:nvPr/>
        </p:nvSpPr>
        <p:spPr>
          <a:xfrm>
            <a:off x="609600" y="2490788"/>
            <a:ext cx="7924800" cy="152400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609600" y="2490788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1075" y="2566988"/>
            <a:ext cx="7200900" cy="1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39125" y="2490788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sp>
        <p:nvSpPr>
          <p:cNvPr id="10" name="Text 6"/>
          <p:cNvSpPr/>
          <p:nvPr/>
        </p:nvSpPr>
        <p:spPr>
          <a:xfrm>
            <a:off x="2271713" y="1062038"/>
            <a:ext cx="714375" cy="714375"/>
          </a:xfrm>
          <a:prstGeom prst="ellips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Label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300413" y="3109913"/>
            <a:ext cx="714375" cy="714375"/>
          </a:xfrm>
          <a:prstGeom prst="ellips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Label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715000" y="985838"/>
            <a:ext cx="714375" cy="714375"/>
          </a:xfrm>
          <a:prstGeom prst="ellips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Label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662738" y="2828925"/>
            <a:ext cx="714375" cy="714375"/>
          </a:xfrm>
          <a:prstGeom prst="ellipse">
            <a:avLst/>
          </a:prstGeom>
          <a:solidFill>
            <a:srgbClr val="CFCF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Label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4738" y="933450"/>
            <a:ext cx="4919663" cy="32766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614738" y="933450"/>
            <a:ext cx="4919663" cy="32766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614738" y="933450"/>
            <a:ext cx="3271838" cy="3276600"/>
          </a:xfrm>
          <a:prstGeom prst="ellipse">
            <a:avLst/>
          </a:prstGeom>
          <a:solidFill>
            <a:srgbClr val="FFFFFF"/>
          </a:solidFill>
          <a:ln w="18097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62563" y="933450"/>
            <a:ext cx="3271838" cy="3276600"/>
          </a:xfrm>
          <a:prstGeom prst="ellipse">
            <a:avLst/>
          </a:prstGeom>
          <a:solidFill>
            <a:srgbClr val="000000"/>
          </a:solidFill>
          <a:ln w="18097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62563" y="1156091"/>
            <a:ext cx="1643063" cy="28533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57638" y="2476500"/>
            <a:ext cx="11477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 </a:t>
            </a:r>
            <a:endParaRPr lang="en-US" sz="1069" dirty="0"/>
          </a:p>
        </p:txBody>
      </p:sp>
      <p:sp>
        <p:nvSpPr>
          <p:cNvPr id="8" name="Text 5"/>
          <p:cNvSpPr/>
          <p:nvPr/>
        </p:nvSpPr>
        <p:spPr>
          <a:xfrm>
            <a:off x="5500688" y="2476500"/>
            <a:ext cx="11477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1069" dirty="0"/>
          </a:p>
        </p:txBody>
      </p:sp>
      <p:sp>
        <p:nvSpPr>
          <p:cNvPr id="9" name="Text 6"/>
          <p:cNvSpPr/>
          <p:nvPr/>
        </p:nvSpPr>
        <p:spPr>
          <a:xfrm>
            <a:off x="7043738" y="2476500"/>
            <a:ext cx="11477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1069" dirty="0"/>
          </a:p>
        </p:txBody>
      </p:sp>
      <p:sp>
        <p:nvSpPr>
          <p:cNvPr id="10" name="Shape 7"/>
          <p:cNvSpPr/>
          <p:nvPr/>
        </p:nvSpPr>
        <p:spPr>
          <a:xfrm>
            <a:off x="609600" y="2181225"/>
            <a:ext cx="2667000" cy="781050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609600" y="2181225"/>
            <a:ext cx="2667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Venn diagram</a:t>
            </a:r>
            <a:endParaRPr lang="en-US" sz="1710" dirty="0"/>
          </a:p>
        </p:txBody>
      </p:sp>
      <p:sp>
        <p:nvSpPr>
          <p:cNvPr id="12" name="Text 9"/>
          <p:cNvSpPr/>
          <p:nvPr/>
        </p:nvSpPr>
        <p:spPr>
          <a:xfrm>
            <a:off x="609600" y="257175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how a few concepts overlap, and how they’re unique.</a:t>
            </a:r>
            <a:endParaRPr lang="en-US" sz="1069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43400" y="904875"/>
            <a:ext cx="4191000" cy="3333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2178844"/>
            <a:ext cx="2857500" cy="781050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609600" y="2178844"/>
            <a:ext cx="2857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of funnel</a:t>
            </a:r>
            <a:endParaRPr lang="en-US" sz="1710" dirty="0"/>
          </a:p>
        </p:txBody>
      </p:sp>
      <p:sp>
        <p:nvSpPr>
          <p:cNvPr id="5" name="Text 2"/>
          <p:cNvSpPr/>
          <p:nvPr/>
        </p:nvSpPr>
        <p:spPr>
          <a:xfrm>
            <a:off x="609600" y="2569369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how a few concepts relate sequentially, from top to bottom.</a:t>
            </a:r>
            <a:endParaRPr lang="en-US" sz="1069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81212"/>
            <a:ext cx="3238500" cy="9763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081212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designs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471738"/>
            <a:ext cx="32385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your visuals with a bit of context, then link away to the designs. To really wow the crowd, paste in a Figma prototype.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43550" y="461963"/>
            <a:ext cx="2054228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44891" y="461963"/>
            <a:ext cx="2054228" cy="4216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0109" y="461963"/>
            <a:ext cx="2054228" cy="4216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09663" y="461963"/>
            <a:ext cx="2054228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43300" y="452438"/>
            <a:ext cx="2054228" cy="421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00300" y="957263"/>
            <a:ext cx="1547813" cy="152400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2400300" y="957263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67013" y="1033462"/>
            <a:ext cx="1190625" cy="95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400300" y="3824288"/>
            <a:ext cx="1547813" cy="152400"/>
          </a:xfrm>
          <a:prstGeom prst="rect">
            <a:avLst/>
          </a:prstGeom>
          <a:noFill/>
          <a:ln/>
        </p:spPr>
      </p:sp>
      <p:sp>
        <p:nvSpPr>
          <p:cNvPr id="7" name="Text 3"/>
          <p:cNvSpPr/>
          <p:nvPr/>
        </p:nvSpPr>
        <p:spPr>
          <a:xfrm>
            <a:off x="2400300" y="3824288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67013" y="3900488"/>
            <a:ext cx="1190625" cy="95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72063" y="2409825"/>
            <a:ext cx="1519238" cy="152400"/>
          </a:xfrm>
          <a:prstGeom prst="rect">
            <a:avLst/>
          </a:prstGeom>
          <a:noFill/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72063" y="2486025"/>
            <a:ext cx="1162050" cy="95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96025" y="2409825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81212"/>
            <a:ext cx="2900363" cy="9763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081212"/>
            <a:ext cx="29003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designs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471738"/>
            <a:ext cx="290036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your visuals with a bit of context, then link away to the designs. To really wow the crowd, paste in a Figma prototype.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7650" y="609600"/>
            <a:ext cx="2054228" cy="4216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5088" y="314325"/>
            <a:ext cx="2119313" cy="45100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10213" y="314325"/>
            <a:ext cx="2119313" cy="4510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2081212"/>
            <a:ext cx="3238500" cy="976312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609600" y="2081212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designs</a:t>
            </a:r>
            <a:endParaRPr lang="en-US" sz="1710" dirty="0"/>
          </a:p>
        </p:txBody>
      </p:sp>
      <p:sp>
        <p:nvSpPr>
          <p:cNvPr id="5" name="Text 2"/>
          <p:cNvSpPr/>
          <p:nvPr/>
        </p:nvSpPr>
        <p:spPr>
          <a:xfrm>
            <a:off x="609600" y="2471738"/>
            <a:ext cx="32385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your visuals with a bit of context, then link away to the designs. To really wow the crowd, paste in a Figma prototype.</a:t>
            </a:r>
            <a:endParaRPr lang="en-US" sz="1069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09963" y="314325"/>
            <a:ext cx="2119313" cy="45100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34075" y="314325"/>
            <a:ext cx="2119313" cy="45100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85850" y="314325"/>
            <a:ext cx="2119313" cy="451008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14725" y="319088"/>
            <a:ext cx="2119313" cy="4510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00300" y="957263"/>
            <a:ext cx="1547813" cy="152400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2400300" y="957263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67013" y="1033462"/>
            <a:ext cx="1190625" cy="95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400300" y="3824288"/>
            <a:ext cx="1547813" cy="152400"/>
          </a:xfrm>
          <a:prstGeom prst="rect">
            <a:avLst/>
          </a:prstGeom>
          <a:noFill/>
          <a:ln/>
        </p:spPr>
      </p:sp>
      <p:sp>
        <p:nvSpPr>
          <p:cNvPr id="7" name="Text 3"/>
          <p:cNvSpPr/>
          <p:nvPr/>
        </p:nvSpPr>
        <p:spPr>
          <a:xfrm>
            <a:off x="2400300" y="3824288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67013" y="3900488"/>
            <a:ext cx="1190625" cy="95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72063" y="2409825"/>
            <a:ext cx="1519238" cy="152400"/>
          </a:xfrm>
          <a:prstGeom prst="rect">
            <a:avLst/>
          </a:prstGeom>
          <a:noFill/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72063" y="2486025"/>
            <a:ext cx="1162050" cy="95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96025" y="2409825"/>
            <a:ext cx="295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</a:t>
            </a:r>
            <a:endParaRPr lang="en-US" sz="85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081212"/>
            <a:ext cx="3238500" cy="9763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081212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designs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471738"/>
            <a:ext cx="32385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your visuals with a bit of context, then link away to the designs. To really wow the crowd, paste in a Figma prototype.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24546" t="0" b="0"/>
          <a:stretch/>
        </p:blipFill>
        <p:spPr>
          <a:xfrm>
            <a:off x="4257675" y="609600"/>
            <a:ext cx="4886325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8713" y="485775"/>
            <a:ext cx="6884584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95550" y="1866900"/>
            <a:ext cx="4152900" cy="140970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57675" y="1866900"/>
            <a:ext cx="628650" cy="628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95550" y="2571750"/>
            <a:ext cx="41529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“This is a stellar quote from a user or customer that really stands out.”</a:t>
            </a:r>
            <a:endParaRPr lang="en-US" sz="1283" dirty="0"/>
          </a:p>
        </p:txBody>
      </p:sp>
      <p:sp>
        <p:nvSpPr>
          <p:cNvPr id="5" name="Text 2"/>
          <p:cNvSpPr/>
          <p:nvPr/>
        </p:nvSpPr>
        <p:spPr>
          <a:xfrm>
            <a:off x="2495550" y="3124200"/>
            <a:ext cx="415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09762"/>
            <a:ext cx="2439987" cy="1323975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5275" y="1909762"/>
            <a:ext cx="628650" cy="628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2614613"/>
            <a:ext cx="243998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1069" dirty="0"/>
          </a:p>
        </p:txBody>
      </p:sp>
      <p:sp>
        <p:nvSpPr>
          <p:cNvPr id="5" name="Text 2"/>
          <p:cNvSpPr/>
          <p:nvPr/>
        </p:nvSpPr>
        <p:spPr>
          <a:xfrm>
            <a:off x="609600" y="3081338"/>
            <a:ext cx="24399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6" name="Shape 3"/>
          <p:cNvSpPr/>
          <p:nvPr/>
        </p:nvSpPr>
        <p:spPr>
          <a:xfrm>
            <a:off x="3354381" y="1909762"/>
            <a:ext cx="2439988" cy="1323975"/>
          </a:xfrm>
          <a:prstGeom prst="rect">
            <a:avLst/>
          </a:prstGeom>
          <a:noFill/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60056" y="1909762"/>
            <a:ext cx="628650" cy="6286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4381" y="2614613"/>
            <a:ext cx="243998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1069" dirty="0"/>
          </a:p>
        </p:txBody>
      </p:sp>
      <p:sp>
        <p:nvSpPr>
          <p:cNvPr id="9" name="Text 5"/>
          <p:cNvSpPr/>
          <p:nvPr/>
        </p:nvSpPr>
        <p:spPr>
          <a:xfrm>
            <a:off x="3354381" y="3081338"/>
            <a:ext cx="2439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10" name="Shape 6"/>
          <p:cNvSpPr/>
          <p:nvPr/>
        </p:nvSpPr>
        <p:spPr>
          <a:xfrm>
            <a:off x="6099181" y="1909762"/>
            <a:ext cx="2439988" cy="1323975"/>
          </a:xfrm>
          <a:prstGeom prst="rect">
            <a:avLst/>
          </a:prstGeom>
          <a:noFill/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04856" y="1909762"/>
            <a:ext cx="628650" cy="6286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9181" y="2614613"/>
            <a:ext cx="243998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1069" dirty="0"/>
          </a:p>
        </p:txBody>
      </p:sp>
      <p:sp>
        <p:nvSpPr>
          <p:cNvPr id="13" name="Text 8"/>
          <p:cNvSpPr/>
          <p:nvPr/>
        </p:nvSpPr>
        <p:spPr>
          <a:xfrm>
            <a:off x="6099181" y="3081338"/>
            <a:ext cx="2439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52625"/>
            <a:ext cx="1753791" cy="1238250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2170" y="1952625"/>
            <a:ext cx="628650" cy="628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2657475"/>
            <a:ext cx="17537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855" dirty="0"/>
          </a:p>
        </p:txBody>
      </p:sp>
      <p:sp>
        <p:nvSpPr>
          <p:cNvPr id="5" name="Text 2"/>
          <p:cNvSpPr/>
          <p:nvPr/>
        </p:nvSpPr>
        <p:spPr>
          <a:xfrm>
            <a:off x="609600" y="3038475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6" name="Shape 3"/>
          <p:cNvSpPr/>
          <p:nvPr/>
        </p:nvSpPr>
        <p:spPr>
          <a:xfrm>
            <a:off x="2668191" y="1952625"/>
            <a:ext cx="1753791" cy="1238250"/>
          </a:xfrm>
          <a:prstGeom prst="rect">
            <a:avLst/>
          </a:prstGeom>
          <a:noFill/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30761" y="1952625"/>
            <a:ext cx="628650" cy="6286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68191" y="2657475"/>
            <a:ext cx="17537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855" dirty="0"/>
          </a:p>
        </p:txBody>
      </p:sp>
      <p:sp>
        <p:nvSpPr>
          <p:cNvPr id="9" name="Text 5"/>
          <p:cNvSpPr/>
          <p:nvPr/>
        </p:nvSpPr>
        <p:spPr>
          <a:xfrm>
            <a:off x="2668191" y="3038475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10" name="Shape 6"/>
          <p:cNvSpPr/>
          <p:nvPr/>
        </p:nvSpPr>
        <p:spPr>
          <a:xfrm>
            <a:off x="4726781" y="1952625"/>
            <a:ext cx="1753791" cy="1238250"/>
          </a:xfrm>
          <a:prstGeom prst="rect">
            <a:avLst/>
          </a:prstGeom>
          <a:noFill/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89352" y="1952625"/>
            <a:ext cx="628650" cy="6286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26781" y="2657475"/>
            <a:ext cx="17537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855" dirty="0"/>
          </a:p>
        </p:txBody>
      </p:sp>
      <p:sp>
        <p:nvSpPr>
          <p:cNvPr id="13" name="Text 8"/>
          <p:cNvSpPr/>
          <p:nvPr/>
        </p:nvSpPr>
        <p:spPr>
          <a:xfrm>
            <a:off x="4726781" y="3038475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14" name="Shape 9"/>
          <p:cNvSpPr/>
          <p:nvPr/>
        </p:nvSpPr>
        <p:spPr>
          <a:xfrm>
            <a:off x="6785372" y="1952625"/>
            <a:ext cx="1753791" cy="1238250"/>
          </a:xfrm>
          <a:prstGeom prst="rect">
            <a:avLst/>
          </a:prstGeom>
          <a:noFill/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47942" y="1952625"/>
            <a:ext cx="628650" cy="6286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85372" y="2657475"/>
            <a:ext cx="17537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855" dirty="0"/>
          </a:p>
        </p:txBody>
      </p:sp>
      <p:sp>
        <p:nvSpPr>
          <p:cNvPr id="17" name="Text 11"/>
          <p:cNvSpPr/>
          <p:nvPr/>
        </p:nvSpPr>
        <p:spPr>
          <a:xfrm>
            <a:off x="6785372" y="3038475"/>
            <a:ext cx="17537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19325"/>
            <a:ext cx="3790950" cy="7048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19325"/>
            <a:ext cx="3790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609600" y="2771775"/>
            <a:ext cx="3790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4743450" y="2219325"/>
            <a:ext cx="3790950" cy="70485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4743450" y="2219325"/>
            <a:ext cx="37909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4743450" y="2771775"/>
            <a:ext cx="3790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262188"/>
            <a:ext cx="2443163" cy="6191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2262188"/>
            <a:ext cx="244316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1069" dirty="0"/>
          </a:p>
        </p:txBody>
      </p:sp>
      <p:sp>
        <p:nvSpPr>
          <p:cNvPr id="4" name="Text 2"/>
          <p:cNvSpPr/>
          <p:nvPr/>
        </p:nvSpPr>
        <p:spPr>
          <a:xfrm>
            <a:off x="609600" y="2728913"/>
            <a:ext cx="2443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3352800" y="2262188"/>
            <a:ext cx="2443163" cy="619125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3352800" y="2262188"/>
            <a:ext cx="244316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1069" dirty="0"/>
          </a:p>
        </p:txBody>
      </p:sp>
      <p:sp>
        <p:nvSpPr>
          <p:cNvPr id="7" name="Text 5"/>
          <p:cNvSpPr/>
          <p:nvPr/>
        </p:nvSpPr>
        <p:spPr>
          <a:xfrm>
            <a:off x="3352800" y="2728913"/>
            <a:ext cx="2443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  <p:sp>
        <p:nvSpPr>
          <p:cNvPr id="8" name="Shape 6"/>
          <p:cNvSpPr/>
          <p:nvPr/>
        </p:nvSpPr>
        <p:spPr>
          <a:xfrm>
            <a:off x="6091238" y="2262188"/>
            <a:ext cx="2443163" cy="619125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091238" y="2262188"/>
            <a:ext cx="244316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best quotes relate to your deck’s overall narrative.”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6091238" y="2728913"/>
            <a:ext cx="24431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 · Location</a:t>
            </a:r>
            <a:endParaRPr lang="en-US" sz="85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the team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457200" y="1533525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6300" y="1533525"/>
            <a:ext cx="533400" cy="53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431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6" name="Text 3"/>
          <p:cNvSpPr/>
          <p:nvPr/>
        </p:nvSpPr>
        <p:spPr>
          <a:xfrm>
            <a:off x="457200" y="23717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7" name="Shape 4"/>
          <p:cNvSpPr/>
          <p:nvPr/>
        </p:nvSpPr>
        <p:spPr>
          <a:xfrm>
            <a:off x="1828800" y="1533525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47900" y="1533525"/>
            <a:ext cx="533400" cy="533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1431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10" name="Text 6"/>
          <p:cNvSpPr/>
          <p:nvPr/>
        </p:nvSpPr>
        <p:spPr>
          <a:xfrm>
            <a:off x="1828800" y="23717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11" name="Shape 7"/>
          <p:cNvSpPr/>
          <p:nvPr/>
        </p:nvSpPr>
        <p:spPr>
          <a:xfrm>
            <a:off x="3200400" y="1533525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19500" y="1533525"/>
            <a:ext cx="533400" cy="533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0400" y="21431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14" name="Text 9"/>
          <p:cNvSpPr/>
          <p:nvPr/>
        </p:nvSpPr>
        <p:spPr>
          <a:xfrm>
            <a:off x="3200400" y="23717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15" name="Shape 10"/>
          <p:cNvSpPr/>
          <p:nvPr/>
        </p:nvSpPr>
        <p:spPr>
          <a:xfrm>
            <a:off x="4572000" y="1533525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91100" y="1533525"/>
            <a:ext cx="533400" cy="533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72000" y="21431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18" name="Text 12"/>
          <p:cNvSpPr/>
          <p:nvPr/>
        </p:nvSpPr>
        <p:spPr>
          <a:xfrm>
            <a:off x="4572000" y="23717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19" name="Shape 13"/>
          <p:cNvSpPr/>
          <p:nvPr/>
        </p:nvSpPr>
        <p:spPr>
          <a:xfrm>
            <a:off x="5943600" y="1533525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62700" y="1533525"/>
            <a:ext cx="533400" cy="533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43600" y="21431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22" name="Text 15"/>
          <p:cNvSpPr/>
          <p:nvPr/>
        </p:nvSpPr>
        <p:spPr>
          <a:xfrm>
            <a:off x="5943600" y="23717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23" name="Shape 16"/>
          <p:cNvSpPr/>
          <p:nvPr/>
        </p:nvSpPr>
        <p:spPr>
          <a:xfrm>
            <a:off x="7315200" y="1533525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734300" y="1533525"/>
            <a:ext cx="533400" cy="533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15200" y="21431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26" name="Text 18"/>
          <p:cNvSpPr/>
          <p:nvPr/>
        </p:nvSpPr>
        <p:spPr>
          <a:xfrm>
            <a:off x="7315200" y="2371725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27" name="Shape 19"/>
          <p:cNvSpPr/>
          <p:nvPr/>
        </p:nvSpPr>
        <p:spPr>
          <a:xfrm>
            <a:off x="1143000" y="2914650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562100" y="2914650"/>
            <a:ext cx="533400" cy="5334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43000" y="35242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30" name="Text 21"/>
          <p:cNvSpPr/>
          <p:nvPr/>
        </p:nvSpPr>
        <p:spPr>
          <a:xfrm>
            <a:off x="1143000" y="37528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31" name="Shape 22"/>
          <p:cNvSpPr/>
          <p:nvPr/>
        </p:nvSpPr>
        <p:spPr>
          <a:xfrm>
            <a:off x="2514600" y="2914650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933700" y="2914650"/>
            <a:ext cx="533400" cy="5334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514600" y="35242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34" name="Text 24"/>
          <p:cNvSpPr/>
          <p:nvPr/>
        </p:nvSpPr>
        <p:spPr>
          <a:xfrm>
            <a:off x="2514600" y="37528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35" name="Shape 25"/>
          <p:cNvSpPr/>
          <p:nvPr/>
        </p:nvSpPr>
        <p:spPr>
          <a:xfrm>
            <a:off x="3886200" y="2914650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305300" y="2914650"/>
            <a:ext cx="533400" cy="5334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886200" y="35242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38" name="Text 27"/>
          <p:cNvSpPr/>
          <p:nvPr/>
        </p:nvSpPr>
        <p:spPr>
          <a:xfrm>
            <a:off x="3886200" y="37528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39" name="Shape 28"/>
          <p:cNvSpPr/>
          <p:nvPr/>
        </p:nvSpPr>
        <p:spPr>
          <a:xfrm>
            <a:off x="5257800" y="2914650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676900" y="2914650"/>
            <a:ext cx="533400" cy="5334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57800" y="35242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42" name="Text 30"/>
          <p:cNvSpPr/>
          <p:nvPr/>
        </p:nvSpPr>
        <p:spPr>
          <a:xfrm>
            <a:off x="5257800" y="37528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  <p:sp>
        <p:nvSpPr>
          <p:cNvPr id="43" name="Shape 31"/>
          <p:cNvSpPr/>
          <p:nvPr/>
        </p:nvSpPr>
        <p:spPr>
          <a:xfrm>
            <a:off x="6629400" y="2914650"/>
            <a:ext cx="1371600" cy="990600"/>
          </a:xfrm>
          <a:prstGeom prst="rect">
            <a:avLst/>
          </a:prstGeom>
          <a:noFill/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048500" y="2914650"/>
            <a:ext cx="533400" cy="53340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629400" y="35242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Name</a:t>
            </a:r>
            <a:endParaRPr lang="en-US" sz="855" dirty="0"/>
          </a:p>
        </p:txBody>
      </p:sp>
      <p:sp>
        <p:nvSpPr>
          <p:cNvPr id="46" name="Text 33"/>
          <p:cNvSpPr/>
          <p:nvPr/>
        </p:nvSpPr>
        <p:spPr>
          <a:xfrm>
            <a:off x="6629400" y="3752850"/>
            <a:ext cx="137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85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2026-05-01T18:55:53Z</dcterms:created>
  <dcterms:modified xsi:type="dcterms:W3CDTF">2026-05-01T18:55:53Z</dcterms:modified>
</cp:coreProperties>
</file>